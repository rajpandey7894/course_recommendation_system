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26" d="100"/>
          <a:sy n="26" d="100"/>
        </p:scale>
        <p:origin x="48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90A1-D875-6B45-2F36-7893C76358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CDAC3-C82C-9999-0A48-A9CD94D79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ECD61-B524-4680-1284-3667FBEE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D96A-1923-422B-896A-676B2FD68ED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A94B0-72F0-93C2-71B6-D455A7338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4DD36-EC77-4061-7E7C-E8EE2371C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BF70-DE9F-4BEC-A25A-01296E569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788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10145-FAA1-690F-BABF-57F08ABD6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E88C9-6779-4F4B-E701-32F375AA4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A6F95-F252-4BAB-ECA6-65FC42947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D96A-1923-422B-896A-676B2FD68ED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1DC5C-765B-8E32-0A6C-5BE94ABAB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9A4D3-3120-B451-2455-EA7522765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BF70-DE9F-4BEC-A25A-01296E569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8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3714E-5093-9151-B7DD-1F4B094FF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DC89B-BE4A-6ADA-5AB3-7E49F4751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A6B1C-65F9-4BE2-AE23-BF356A4A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D96A-1923-422B-896A-676B2FD68ED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74B6C-602D-77E7-1195-82CBB50C9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349CD-5F96-ABDF-496A-AE24303C2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BF70-DE9F-4BEC-A25A-01296E569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61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4766E-864B-4CE8-A608-A880FEAD9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1C8CE-3483-36AC-2DED-6119F8AD9E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0E98A5-2153-3CA5-5C23-284BDF896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D4E51-F6D9-8E12-6179-BD80E5D3B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D96A-1923-422B-896A-676B2FD68ED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E2715-01CF-8E0B-56A8-9E2B47393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91A31-0524-044C-60AB-32AC289FA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BF70-DE9F-4BEC-A25A-01296E569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808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38404-B389-EFE0-9115-CB80703B5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D9D15-660C-6376-286F-7F14EF7DE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414E6-13BA-D640-198A-7071FA794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ED9A28-FCE3-E335-9AE5-087B1E6BB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6957BF-E199-A2E2-1035-6E7867F945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02C159-F55F-78DB-325D-74E8C8481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D96A-1923-422B-896A-676B2FD68ED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EA7E12-FDBF-8D88-D2A5-E0C60D9EC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8E7378-F01A-E38A-80F0-241B17D89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BF70-DE9F-4BEC-A25A-01296E569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849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ACCCB-B822-0243-B465-0A863C49B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E74645-AD3E-E46C-E9ED-29B6B05E2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D96A-1923-422B-896A-676B2FD68ED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3C9440-F075-7A00-A419-FA936EF03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70F95C-C495-84EB-E451-F8973D93C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BF70-DE9F-4BEC-A25A-01296E569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531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BC67EB-1988-611A-0118-EFFE6B4D4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D96A-1923-422B-896A-676B2FD68ED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DA8257-2B83-EF54-5193-3EA93928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6B94A-5FA0-B8E8-F331-E7642B598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BF70-DE9F-4BEC-A25A-01296E569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740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8F3FC-D285-505B-0110-1F525DB3F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BE4FC-3103-8337-5613-DA64D7190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D822A-5143-7FFE-69CA-6288A8C21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EAEA6-77C4-EB49-4088-FAB832229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D96A-1923-422B-896A-676B2FD68ED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37362-B481-BC92-283D-6E21338CA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D4B9C9-6A23-E880-4634-8FCD8162D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BF70-DE9F-4BEC-A25A-01296E569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345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E6C30-ECED-6D9B-72CD-CEBF838C0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20171F-F4D8-8701-0129-0A7F68A59E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C9700-137A-D67B-568D-C6B8DD3B2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0C1F4F-A74B-6FF6-FA32-4547C369B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D96A-1923-422B-896A-676B2FD68ED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2270A-0D87-7426-1427-DDCB130A3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98C75-9109-BCF3-6DF2-6EBB2D83E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BF70-DE9F-4BEC-A25A-01296E569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613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6EB50-618E-3F8D-DC9C-7E434B868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120EB-CEF3-20AF-59BB-ED0CBD015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1FA2F-BE5E-8C82-0C0F-E94C00BA4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D96A-1923-422B-896A-676B2FD68ED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94C63-8DAD-B88E-0CFF-7E1202C4D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AD643-1197-9D99-1FC1-1A6471705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BF70-DE9F-4BEC-A25A-01296E569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252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756B47-B5A1-B5DE-ECCD-F637F6D6D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518E0-0382-6A84-D456-64204E4B7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E6910-01DC-5D24-703D-2A897EF06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D96A-1923-422B-896A-676B2FD68ED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31CD7-8D6E-7209-17E2-6850DC314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83814-7FB5-A515-44FF-AAE5FA856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CBF70-DE9F-4BEC-A25A-01296E569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4927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7E69AA-54F2-1ED7-A98D-04B2177B5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84F72-1A16-D193-AE60-0AEE0793C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3F424-57B6-8861-0362-0ED447BB24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12D96A-1923-422B-896A-676B2FD68EDF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94595-8043-73D6-E200-78D4BA1FE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C928F-CB0E-9B90-22CD-B4F900B8FE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5CBF70-DE9F-4BEC-A25A-01296E569E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414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2BB66-305D-D0B7-530C-B4ECC7D7E4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3A8901-CA30-7A0B-9C62-C5E005079D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 descr="A yellow rectangular object with text&#10;&#10;AI-generated content may be incorrect.">
            <a:extLst>
              <a:ext uri="{FF2B5EF4-FFF2-40B4-BE49-F238E27FC236}">
                <a16:creationId xmlns:a16="http://schemas.microsoft.com/office/drawing/2014/main" id="{CA9F9834-5362-C8E9-E15D-FD3BE1A9A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3" y="0"/>
            <a:ext cx="121466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56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with his hands up&#10;&#10;AI-generated content may be incorrect.">
            <a:extLst>
              <a:ext uri="{FF2B5EF4-FFF2-40B4-BE49-F238E27FC236}">
                <a16:creationId xmlns:a16="http://schemas.microsoft.com/office/drawing/2014/main" id="{39FAB85B-3F36-63B9-6791-EC26E6B3E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" y="0"/>
            <a:ext cx="121891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7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yellow circles and white text&#10;&#10;AI-generated content may be incorrect.">
            <a:extLst>
              <a:ext uri="{FF2B5EF4-FFF2-40B4-BE49-F238E27FC236}">
                <a16:creationId xmlns:a16="http://schemas.microsoft.com/office/drawing/2014/main" id="{2BE91601-4C9C-06AF-36D2-5DA5AC89E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8" y="0"/>
            <a:ext cx="121599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88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89E21CAA-B66A-A3B9-A0FF-87E9F3531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1" y="0"/>
            <a:ext cx="12155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362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AAAC8D-82D0-0D24-5B22-9D5999B1B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8" y="0"/>
            <a:ext cx="121599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954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D1E1DFDE-1FDD-1858-7255-D6266C9ED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15" y="0"/>
            <a:ext cx="121343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21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screen with white text and yellow text&#10;&#10;AI-generated content may be incorrect.">
            <a:extLst>
              <a:ext uri="{FF2B5EF4-FFF2-40B4-BE49-F238E27FC236}">
                <a16:creationId xmlns:a16="http://schemas.microsoft.com/office/drawing/2014/main" id="{DD8A014B-DEC2-EFE4-11E5-E6C03D1AD7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7" y="0"/>
            <a:ext cx="121663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669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5B678E3-B2D1-1BEF-2B81-28C679AF3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7" y="0"/>
            <a:ext cx="121663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497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905AE3-E985-99D5-73CA-0585DDAF4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0" y="0"/>
            <a:ext cx="121535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803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7D55D8-88C5-4AFC-21C3-E24773C5BB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10" y="0"/>
            <a:ext cx="121535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143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D5FB3D-744B-EE35-423F-C83D6E636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1" y="0"/>
            <a:ext cx="121763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619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Pandey</dc:creator>
  <cp:lastModifiedBy>Raj Pandey</cp:lastModifiedBy>
  <cp:revision>1</cp:revision>
  <dcterms:created xsi:type="dcterms:W3CDTF">2025-12-06T21:51:52Z</dcterms:created>
  <dcterms:modified xsi:type="dcterms:W3CDTF">2025-12-06T22:00:05Z</dcterms:modified>
</cp:coreProperties>
</file>